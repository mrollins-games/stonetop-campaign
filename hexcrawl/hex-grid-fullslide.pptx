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" y="45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FULL-SLIDE HEX GRID - Place over map (Stonetop anchor)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" y="86326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2900" y="134198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GW-01</a:t>
            </a:r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4572" y="2003591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2900" y="248231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GW-02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572" y="3143918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" y="362264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GW-03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572" y="428424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" y="4762969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GW-04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4572" y="5424572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" y="590329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GW-05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992124" y="293101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0452" y="77182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GW-06</a:t>
            </a:r>
            <a:endParaRPr lang="en-US" sz="650" dirty="0"/>
          </a:p>
        </p:txBody>
      </p:sp>
      <p:sp>
        <p:nvSpPr>
          <p:cNvPr id="15" name="Shape 13"/>
          <p:cNvSpPr/>
          <p:nvPr/>
        </p:nvSpPr>
        <p:spPr>
          <a:xfrm>
            <a:off x="992124" y="1433428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30452" y="1912151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GW-07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992124" y="257375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30452" y="305247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GW-08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992124" y="3714082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30452" y="419280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GW-09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992124" y="4854409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30452" y="533313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GW-10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1979676" y="86326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18004" y="134198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GW-11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1979676" y="2003591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8004" y="248231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GW-12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979676" y="3143918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318004" y="362264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GW-13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1979676" y="428424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8004" y="4762969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GW-14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979676" y="5424572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8004" y="590329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GW-15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2967228" y="293101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05556" y="77182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GW-16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967228" y="1433428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05556" y="1912151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GW-17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967228" y="257375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05556" y="305247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GW-18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2967228" y="3714082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05556" y="419280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GW-19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2967228" y="4854409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05556" y="533313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GW-20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3954780" y="86326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293108" y="134198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GW-21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3954780" y="2003591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93108" y="248231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GW-22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3954780" y="3143918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293108" y="362264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GW-23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3954780" y="428424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293108" y="4762969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GW-24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3954780" y="5424572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293108" y="590329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GW-25</a:t>
            </a:r>
            <a:endParaRPr lang="en-US" sz="650" dirty="0"/>
          </a:p>
        </p:txBody>
      </p:sp>
      <p:sp>
        <p:nvSpPr>
          <p:cNvPr id="53" name="Shape 51"/>
          <p:cNvSpPr/>
          <p:nvPr/>
        </p:nvSpPr>
        <p:spPr>
          <a:xfrm>
            <a:off x="4942332" y="293101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80660" y="77182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GW-26</a:t>
            </a:r>
            <a:endParaRPr lang="en-US" sz="650" dirty="0"/>
          </a:p>
        </p:txBody>
      </p:sp>
      <p:sp>
        <p:nvSpPr>
          <p:cNvPr id="55" name="Shape 53"/>
          <p:cNvSpPr/>
          <p:nvPr/>
        </p:nvSpPr>
        <p:spPr>
          <a:xfrm>
            <a:off x="4942332" y="1433428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80660" y="1912151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GW-27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4942332" y="257375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80660" y="305247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GW-28</a:t>
            </a:r>
            <a:endParaRPr lang="en-US" sz="650" dirty="0"/>
          </a:p>
        </p:txBody>
      </p:sp>
      <p:sp>
        <p:nvSpPr>
          <p:cNvPr id="59" name="Shape 57"/>
          <p:cNvSpPr/>
          <p:nvPr/>
        </p:nvSpPr>
        <p:spPr>
          <a:xfrm>
            <a:off x="4942332" y="3714082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80660" y="419280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GW-29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4942332" y="4854409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80660" y="533313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GW-30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5929884" y="86326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268212" y="134198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GW-31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5929884" y="2003591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268212" y="248231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GW-32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5929884" y="3143918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268212" y="362264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GW-33</a:t>
            </a:r>
            <a:endParaRPr lang="en-US" sz="650" dirty="0"/>
          </a:p>
        </p:txBody>
      </p:sp>
      <p:sp>
        <p:nvSpPr>
          <p:cNvPr id="69" name="Shape 67"/>
          <p:cNvSpPr/>
          <p:nvPr/>
        </p:nvSpPr>
        <p:spPr>
          <a:xfrm>
            <a:off x="5929884" y="428424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268212" y="4762969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GW-34</a:t>
            </a:r>
            <a:endParaRPr lang="en-US" sz="650" dirty="0"/>
          </a:p>
        </p:txBody>
      </p:sp>
      <p:sp>
        <p:nvSpPr>
          <p:cNvPr id="71" name="Shape 69"/>
          <p:cNvSpPr/>
          <p:nvPr/>
        </p:nvSpPr>
        <p:spPr>
          <a:xfrm>
            <a:off x="5929884" y="5424572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268212" y="590329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GW-35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6917436" y="293101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255764" y="77182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GW-36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6917436" y="1433428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255764" y="1912151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GW-37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6917436" y="257375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255764" y="305247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GW-38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6917436" y="3714082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255764" y="419280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GW-39</a:t>
            </a:r>
            <a:endParaRPr lang="en-US" sz="650" dirty="0"/>
          </a:p>
        </p:txBody>
      </p:sp>
      <p:sp>
        <p:nvSpPr>
          <p:cNvPr id="81" name="Shape 79"/>
          <p:cNvSpPr/>
          <p:nvPr/>
        </p:nvSpPr>
        <p:spPr>
          <a:xfrm>
            <a:off x="6917436" y="4854409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255764" y="533313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GW-40</a:t>
            </a:r>
            <a:endParaRPr lang="en-US" sz="650" dirty="0"/>
          </a:p>
        </p:txBody>
      </p:sp>
      <p:sp>
        <p:nvSpPr>
          <p:cNvPr id="83" name="Shape 81"/>
          <p:cNvSpPr/>
          <p:nvPr/>
        </p:nvSpPr>
        <p:spPr>
          <a:xfrm>
            <a:off x="7904988" y="86326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243316" y="134198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GW-41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7904988" y="2003591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243316" y="248231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GW-42</a:t>
            </a:r>
            <a:endParaRPr lang="en-US" sz="650" dirty="0"/>
          </a:p>
        </p:txBody>
      </p:sp>
      <p:sp>
        <p:nvSpPr>
          <p:cNvPr id="87" name="Shape 85"/>
          <p:cNvSpPr/>
          <p:nvPr/>
        </p:nvSpPr>
        <p:spPr>
          <a:xfrm>
            <a:off x="7904988" y="3143918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43316" y="362264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GW-43</a:t>
            </a:r>
            <a:endParaRPr lang="en-US" sz="650" dirty="0"/>
          </a:p>
        </p:txBody>
      </p:sp>
      <p:sp>
        <p:nvSpPr>
          <p:cNvPr id="89" name="Shape 87"/>
          <p:cNvSpPr/>
          <p:nvPr/>
        </p:nvSpPr>
        <p:spPr>
          <a:xfrm>
            <a:off x="7904988" y="428424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43316" y="4762969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GW-44</a:t>
            </a:r>
            <a:endParaRPr lang="en-US" sz="650" dirty="0"/>
          </a:p>
        </p:txBody>
      </p:sp>
      <p:sp>
        <p:nvSpPr>
          <p:cNvPr id="91" name="Shape 89"/>
          <p:cNvSpPr/>
          <p:nvPr/>
        </p:nvSpPr>
        <p:spPr>
          <a:xfrm>
            <a:off x="7904988" y="5424572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43316" y="590329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GW-45</a:t>
            </a:r>
            <a:endParaRPr lang="en-US" sz="650" dirty="0"/>
          </a:p>
        </p:txBody>
      </p:sp>
      <p:sp>
        <p:nvSpPr>
          <p:cNvPr id="93" name="Shape 91"/>
          <p:cNvSpPr/>
          <p:nvPr/>
        </p:nvSpPr>
        <p:spPr>
          <a:xfrm>
            <a:off x="8892540" y="293101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230868" y="77182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GW-46</a:t>
            </a:r>
            <a:endParaRPr lang="en-US" sz="650" dirty="0"/>
          </a:p>
        </p:txBody>
      </p:sp>
      <p:sp>
        <p:nvSpPr>
          <p:cNvPr id="95" name="Shape 93"/>
          <p:cNvSpPr/>
          <p:nvPr/>
        </p:nvSpPr>
        <p:spPr>
          <a:xfrm>
            <a:off x="8892540" y="1433428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9230868" y="1912151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GW-47</a:t>
            </a:r>
            <a:endParaRPr lang="en-US" sz="650" dirty="0"/>
          </a:p>
        </p:txBody>
      </p:sp>
      <p:sp>
        <p:nvSpPr>
          <p:cNvPr id="97" name="Shape 95"/>
          <p:cNvSpPr/>
          <p:nvPr/>
        </p:nvSpPr>
        <p:spPr>
          <a:xfrm>
            <a:off x="8892540" y="257375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230868" y="305247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GW-48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8892540" y="3714082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9230868" y="419280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GW-49</a:t>
            </a:r>
            <a:endParaRPr lang="en-US" sz="650" dirty="0"/>
          </a:p>
        </p:txBody>
      </p:sp>
      <p:sp>
        <p:nvSpPr>
          <p:cNvPr id="101" name="Shape 99"/>
          <p:cNvSpPr/>
          <p:nvPr/>
        </p:nvSpPr>
        <p:spPr>
          <a:xfrm>
            <a:off x="8892540" y="4854409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230868" y="533313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GW-50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9880092" y="86326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0218420" y="134198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GW-51</a:t>
            </a:r>
            <a:endParaRPr lang="en-US" sz="650" dirty="0"/>
          </a:p>
        </p:txBody>
      </p:sp>
      <p:sp>
        <p:nvSpPr>
          <p:cNvPr id="105" name="Shape 103"/>
          <p:cNvSpPr/>
          <p:nvPr/>
        </p:nvSpPr>
        <p:spPr>
          <a:xfrm>
            <a:off x="9880092" y="2003591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10218420" y="248231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GW-52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9880092" y="3143918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10218420" y="362264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GW-53</a:t>
            </a:r>
            <a:endParaRPr lang="en-US" sz="650" dirty="0"/>
          </a:p>
        </p:txBody>
      </p:sp>
      <p:sp>
        <p:nvSpPr>
          <p:cNvPr id="109" name="Shape 107"/>
          <p:cNvSpPr/>
          <p:nvPr/>
        </p:nvSpPr>
        <p:spPr>
          <a:xfrm>
            <a:off x="9880092" y="428424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10218420" y="4762969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GW-54</a:t>
            </a:r>
            <a:endParaRPr lang="en-US" sz="650" dirty="0"/>
          </a:p>
        </p:txBody>
      </p:sp>
      <p:sp>
        <p:nvSpPr>
          <p:cNvPr id="111" name="Shape 109"/>
          <p:cNvSpPr/>
          <p:nvPr/>
        </p:nvSpPr>
        <p:spPr>
          <a:xfrm>
            <a:off x="9880092" y="5424572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0218420" y="590329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GW-55</a:t>
            </a:r>
            <a:endParaRPr lang="en-US" sz="650" dirty="0"/>
          </a:p>
        </p:txBody>
      </p:sp>
      <p:sp>
        <p:nvSpPr>
          <p:cNvPr id="113" name="Shape 111"/>
          <p:cNvSpPr/>
          <p:nvPr/>
        </p:nvSpPr>
        <p:spPr>
          <a:xfrm>
            <a:off x="10867644" y="293101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11205972" y="77182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GW-56</a:t>
            </a:r>
            <a:endParaRPr lang="en-US" sz="650" dirty="0"/>
          </a:p>
        </p:txBody>
      </p:sp>
      <p:sp>
        <p:nvSpPr>
          <p:cNvPr id="115" name="Shape 113"/>
          <p:cNvSpPr/>
          <p:nvPr/>
        </p:nvSpPr>
        <p:spPr>
          <a:xfrm>
            <a:off x="10867644" y="1433428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1205972" y="1912151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GW-57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10867644" y="257375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1205972" y="305247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GW-58</a:t>
            </a:r>
            <a:endParaRPr lang="en-US" sz="650" dirty="0"/>
          </a:p>
        </p:txBody>
      </p:sp>
      <p:sp>
        <p:nvSpPr>
          <p:cNvPr id="119" name="Shape 117"/>
          <p:cNvSpPr/>
          <p:nvPr/>
        </p:nvSpPr>
        <p:spPr>
          <a:xfrm>
            <a:off x="10867644" y="3714082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1205972" y="419280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GW-59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10867644" y="4854409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1205972" y="533313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GW-60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" y="45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HEX IDENTIFICATION - Stonetop location highlighted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" y="86326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7180" y="1341988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GW-01</a:t>
            </a:r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4572" y="2003591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7180" y="248231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GW-02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572" y="3143918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7180" y="362264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GW-03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572" y="428424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7180" y="4762969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GW-04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4572" y="5424572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7180" y="590329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GW-05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992124" y="293101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84732" y="77182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GW-06</a:t>
            </a:r>
            <a:endParaRPr lang="en-US" sz="650" dirty="0"/>
          </a:p>
        </p:txBody>
      </p:sp>
      <p:sp>
        <p:nvSpPr>
          <p:cNvPr id="15" name="Shape 13"/>
          <p:cNvSpPr/>
          <p:nvPr/>
        </p:nvSpPr>
        <p:spPr>
          <a:xfrm>
            <a:off x="992124" y="1433428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84732" y="1912151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GW-07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992124" y="257375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84732" y="3052478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GW-08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992124" y="3714082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84732" y="419280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GW-09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992124" y="4854409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84732" y="533313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GW-10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1979676" y="86326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72284" y="1341988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GW-11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1979676" y="2003591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72284" y="248231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GW-12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979676" y="3143918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72284" y="362264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GW-13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1979676" y="428424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272284" y="4762969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GW-14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979676" y="5424572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72284" y="590329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GW-15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2967228" y="293101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59836" y="77182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GW-16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967228" y="1433428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59836" y="1912151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GW-17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967228" y="257375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59836" y="3052478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GW-18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2967228" y="3714082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59836" y="419280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GW-19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2967228" y="4854409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59836" y="533313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GW-20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3954780" y="86326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247388" y="1341988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GW-21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3954780" y="2003591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47388" y="248231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GW-22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3954780" y="3143918"/>
            <a:ext cx="1316736" cy="1140327"/>
          </a:xfrm>
          <a:prstGeom prst="hexagon">
            <a:avLst/>
          </a:prstGeom>
          <a:solidFill>
            <a:srgbClr val="FFD700">
              <a:alpha val="50000"/>
            </a:srgbClr>
          </a:solidFill>
          <a:ln w="31750">
            <a:solidFill>
              <a:srgbClr val="B8860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247388" y="357692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8860B"/>
                </a:solidFill>
              </a:rPr>
              <a:t>GW-23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B8860B"/>
                </a:solidFill>
              </a:rPr>
              <a:t>STONETOP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954780" y="428424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247388" y="4762969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GW-24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3954780" y="5424572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247388" y="590329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GW-25</a:t>
            </a:r>
            <a:endParaRPr lang="en-US" sz="650" dirty="0"/>
          </a:p>
        </p:txBody>
      </p:sp>
      <p:sp>
        <p:nvSpPr>
          <p:cNvPr id="53" name="Shape 51"/>
          <p:cNvSpPr/>
          <p:nvPr/>
        </p:nvSpPr>
        <p:spPr>
          <a:xfrm>
            <a:off x="4942332" y="293101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34940" y="77182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GW-26</a:t>
            </a:r>
            <a:endParaRPr lang="en-US" sz="650" dirty="0"/>
          </a:p>
        </p:txBody>
      </p:sp>
      <p:sp>
        <p:nvSpPr>
          <p:cNvPr id="55" name="Shape 53"/>
          <p:cNvSpPr/>
          <p:nvPr/>
        </p:nvSpPr>
        <p:spPr>
          <a:xfrm>
            <a:off x="4942332" y="1433428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34940" y="1912151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GW-27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4942332" y="257375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34940" y="3052478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GW-28</a:t>
            </a:r>
            <a:endParaRPr lang="en-US" sz="650" dirty="0"/>
          </a:p>
        </p:txBody>
      </p:sp>
      <p:sp>
        <p:nvSpPr>
          <p:cNvPr id="59" name="Shape 57"/>
          <p:cNvSpPr/>
          <p:nvPr/>
        </p:nvSpPr>
        <p:spPr>
          <a:xfrm>
            <a:off x="4942332" y="3714082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34940" y="419280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GW-29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4942332" y="4854409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34940" y="533313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GW-30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5929884" y="86326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222492" y="1341988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GW-31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5929884" y="2003591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222492" y="248231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GW-32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5929884" y="3143918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222492" y="362264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GW-33</a:t>
            </a:r>
            <a:endParaRPr lang="en-US" sz="650" dirty="0"/>
          </a:p>
        </p:txBody>
      </p:sp>
      <p:sp>
        <p:nvSpPr>
          <p:cNvPr id="69" name="Shape 67"/>
          <p:cNvSpPr/>
          <p:nvPr/>
        </p:nvSpPr>
        <p:spPr>
          <a:xfrm>
            <a:off x="5929884" y="428424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222492" y="4762969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GW-34</a:t>
            </a:r>
            <a:endParaRPr lang="en-US" sz="650" dirty="0"/>
          </a:p>
        </p:txBody>
      </p:sp>
      <p:sp>
        <p:nvSpPr>
          <p:cNvPr id="71" name="Shape 69"/>
          <p:cNvSpPr/>
          <p:nvPr/>
        </p:nvSpPr>
        <p:spPr>
          <a:xfrm>
            <a:off x="5929884" y="5424572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222492" y="590329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GW-35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6917436" y="293101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210044" y="77182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GW-36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6917436" y="1433428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210044" y="1912151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GW-37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6917436" y="257375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210044" y="3052478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GW-38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6917436" y="3714082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210044" y="419280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GW-39</a:t>
            </a:r>
            <a:endParaRPr lang="en-US" sz="650" dirty="0"/>
          </a:p>
        </p:txBody>
      </p:sp>
      <p:sp>
        <p:nvSpPr>
          <p:cNvPr id="81" name="Shape 79"/>
          <p:cNvSpPr/>
          <p:nvPr/>
        </p:nvSpPr>
        <p:spPr>
          <a:xfrm>
            <a:off x="6917436" y="4854409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210044" y="533313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GW-40</a:t>
            </a:r>
            <a:endParaRPr lang="en-US" sz="650" dirty="0"/>
          </a:p>
        </p:txBody>
      </p:sp>
      <p:sp>
        <p:nvSpPr>
          <p:cNvPr id="83" name="Shape 81"/>
          <p:cNvSpPr/>
          <p:nvPr/>
        </p:nvSpPr>
        <p:spPr>
          <a:xfrm>
            <a:off x="7904988" y="86326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197596" y="1341988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GW-41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7904988" y="2003591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197596" y="248231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GW-42</a:t>
            </a:r>
            <a:endParaRPr lang="en-US" sz="650" dirty="0"/>
          </a:p>
        </p:txBody>
      </p:sp>
      <p:sp>
        <p:nvSpPr>
          <p:cNvPr id="87" name="Shape 85"/>
          <p:cNvSpPr/>
          <p:nvPr/>
        </p:nvSpPr>
        <p:spPr>
          <a:xfrm>
            <a:off x="7904988" y="3143918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197596" y="362264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GW-43</a:t>
            </a:r>
            <a:endParaRPr lang="en-US" sz="650" dirty="0"/>
          </a:p>
        </p:txBody>
      </p:sp>
      <p:sp>
        <p:nvSpPr>
          <p:cNvPr id="89" name="Shape 87"/>
          <p:cNvSpPr/>
          <p:nvPr/>
        </p:nvSpPr>
        <p:spPr>
          <a:xfrm>
            <a:off x="7904988" y="428424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197596" y="4762969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GW-44</a:t>
            </a:r>
            <a:endParaRPr lang="en-US" sz="650" dirty="0"/>
          </a:p>
        </p:txBody>
      </p:sp>
      <p:sp>
        <p:nvSpPr>
          <p:cNvPr id="91" name="Shape 89"/>
          <p:cNvSpPr/>
          <p:nvPr/>
        </p:nvSpPr>
        <p:spPr>
          <a:xfrm>
            <a:off x="7904988" y="5424572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97596" y="590329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GW-45</a:t>
            </a:r>
            <a:endParaRPr lang="en-US" sz="650" dirty="0"/>
          </a:p>
        </p:txBody>
      </p:sp>
      <p:sp>
        <p:nvSpPr>
          <p:cNvPr id="93" name="Shape 91"/>
          <p:cNvSpPr/>
          <p:nvPr/>
        </p:nvSpPr>
        <p:spPr>
          <a:xfrm>
            <a:off x="8892540" y="293101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185148" y="77182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GW-46</a:t>
            </a:r>
            <a:endParaRPr lang="en-US" sz="650" dirty="0"/>
          </a:p>
        </p:txBody>
      </p:sp>
      <p:sp>
        <p:nvSpPr>
          <p:cNvPr id="95" name="Shape 93"/>
          <p:cNvSpPr/>
          <p:nvPr/>
        </p:nvSpPr>
        <p:spPr>
          <a:xfrm>
            <a:off x="8892540" y="1433428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9185148" y="1912151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GW-47</a:t>
            </a:r>
            <a:endParaRPr lang="en-US" sz="650" dirty="0"/>
          </a:p>
        </p:txBody>
      </p:sp>
      <p:sp>
        <p:nvSpPr>
          <p:cNvPr id="97" name="Shape 95"/>
          <p:cNvSpPr/>
          <p:nvPr/>
        </p:nvSpPr>
        <p:spPr>
          <a:xfrm>
            <a:off x="8892540" y="257375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185148" y="3052478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GW-48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8892540" y="3714082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9185148" y="419280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GW-49</a:t>
            </a:r>
            <a:endParaRPr lang="en-US" sz="650" dirty="0"/>
          </a:p>
        </p:txBody>
      </p:sp>
      <p:sp>
        <p:nvSpPr>
          <p:cNvPr id="101" name="Shape 99"/>
          <p:cNvSpPr/>
          <p:nvPr/>
        </p:nvSpPr>
        <p:spPr>
          <a:xfrm>
            <a:off x="8892540" y="4854409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185148" y="533313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GW-50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9880092" y="86326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0172700" y="1341988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GW-51</a:t>
            </a:r>
            <a:endParaRPr lang="en-US" sz="650" dirty="0"/>
          </a:p>
        </p:txBody>
      </p:sp>
      <p:sp>
        <p:nvSpPr>
          <p:cNvPr id="105" name="Shape 103"/>
          <p:cNvSpPr/>
          <p:nvPr/>
        </p:nvSpPr>
        <p:spPr>
          <a:xfrm>
            <a:off x="9880092" y="2003591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10172700" y="248231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GW-52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9880092" y="3143918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10172700" y="362264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GW-53</a:t>
            </a:r>
            <a:endParaRPr lang="en-US" sz="650" dirty="0"/>
          </a:p>
        </p:txBody>
      </p:sp>
      <p:sp>
        <p:nvSpPr>
          <p:cNvPr id="109" name="Shape 107"/>
          <p:cNvSpPr/>
          <p:nvPr/>
        </p:nvSpPr>
        <p:spPr>
          <a:xfrm>
            <a:off x="9880092" y="428424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10172700" y="4762969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GW-54</a:t>
            </a:r>
            <a:endParaRPr lang="en-US" sz="650" dirty="0"/>
          </a:p>
        </p:txBody>
      </p:sp>
      <p:sp>
        <p:nvSpPr>
          <p:cNvPr id="111" name="Shape 109"/>
          <p:cNvSpPr/>
          <p:nvPr/>
        </p:nvSpPr>
        <p:spPr>
          <a:xfrm>
            <a:off x="9880092" y="5424572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0172700" y="590329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GW-55</a:t>
            </a:r>
            <a:endParaRPr lang="en-US" sz="650" dirty="0"/>
          </a:p>
        </p:txBody>
      </p:sp>
      <p:sp>
        <p:nvSpPr>
          <p:cNvPr id="113" name="Shape 111"/>
          <p:cNvSpPr/>
          <p:nvPr/>
        </p:nvSpPr>
        <p:spPr>
          <a:xfrm>
            <a:off x="10867644" y="293101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11160252" y="77182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GW-56</a:t>
            </a:r>
            <a:endParaRPr lang="en-US" sz="650" dirty="0"/>
          </a:p>
        </p:txBody>
      </p:sp>
      <p:sp>
        <p:nvSpPr>
          <p:cNvPr id="115" name="Shape 113"/>
          <p:cNvSpPr/>
          <p:nvPr/>
        </p:nvSpPr>
        <p:spPr>
          <a:xfrm>
            <a:off x="10867644" y="1433428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1160252" y="1912151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GW-57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10867644" y="2573755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1160252" y="3052478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GW-58</a:t>
            </a:r>
            <a:endParaRPr lang="en-US" sz="650" dirty="0"/>
          </a:p>
        </p:txBody>
      </p:sp>
      <p:sp>
        <p:nvSpPr>
          <p:cNvPr id="119" name="Shape 117"/>
          <p:cNvSpPr/>
          <p:nvPr/>
        </p:nvSpPr>
        <p:spPr>
          <a:xfrm>
            <a:off x="10867644" y="3714082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1160252" y="419280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GW-59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10867644" y="4854409"/>
            <a:ext cx="1316736" cy="1140327"/>
          </a:xfrm>
          <a:prstGeom prst="hexagon">
            <a:avLst/>
          </a:prstGeom>
          <a:ln w="15240">
            <a:solidFill>
              <a:srgbClr val="6B3A0A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1160252" y="533313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3A0A"/>
                </a:solidFill>
              </a:rPr>
              <a:t>GW-60</a:t>
            </a:r>
            <a:endParaRPr lang="en-US" sz="650" dirty="0"/>
          </a:p>
        </p:txBody>
      </p:sp>
      <p:sp>
        <p:nvSpPr>
          <p:cNvPr id="123" name="Text 121"/>
          <p:cNvSpPr/>
          <p:nvPr/>
        </p:nvSpPr>
        <p:spPr>
          <a:xfrm>
            <a:off x="182880" y="64922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44444"/>
                </a:solidFill>
              </a:rPr>
              <a:t>Grid: 12x6 = 60 hexes | Hex size: 1.44" x 1.25" | Each = 2hr travel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444444"/>
                </a:solidFill>
              </a:rPr>
              <a:t>Stonetop anchor: GW-23 (col 5, row 4)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" y="45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ZONE MAP - Forest vs Plateau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" y="863265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2900" y="134198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GW-01</a:t>
            </a:r>
            <a:endParaRPr lang="en-US" sz="600" dirty="0"/>
          </a:p>
        </p:txBody>
      </p:sp>
      <p:sp>
        <p:nvSpPr>
          <p:cNvPr id="5" name="Shape 3"/>
          <p:cNvSpPr/>
          <p:nvPr/>
        </p:nvSpPr>
        <p:spPr>
          <a:xfrm>
            <a:off x="4572" y="2003591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2900" y="248231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GW-02</a:t>
            </a:r>
            <a:endParaRPr lang="en-US" sz="600" dirty="0"/>
          </a:p>
        </p:txBody>
      </p:sp>
      <p:sp>
        <p:nvSpPr>
          <p:cNvPr id="7" name="Shape 5"/>
          <p:cNvSpPr/>
          <p:nvPr/>
        </p:nvSpPr>
        <p:spPr>
          <a:xfrm>
            <a:off x="4572" y="3143918"/>
            <a:ext cx="1316736" cy="1140327"/>
          </a:xfrm>
          <a:prstGeom prst="hexagon">
            <a:avLst/>
          </a:prstGeom>
          <a:solidFill>
            <a:srgbClr val="8B7355">
              <a:alpha val="30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" y="362264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GW-03</a:t>
            </a:r>
            <a:endParaRPr lang="en-US" sz="600" dirty="0"/>
          </a:p>
        </p:txBody>
      </p:sp>
      <p:sp>
        <p:nvSpPr>
          <p:cNvPr id="9" name="Shape 7"/>
          <p:cNvSpPr/>
          <p:nvPr/>
        </p:nvSpPr>
        <p:spPr>
          <a:xfrm>
            <a:off x="4572" y="4284245"/>
            <a:ext cx="1316736" cy="1140327"/>
          </a:xfrm>
          <a:prstGeom prst="hexagon">
            <a:avLst/>
          </a:prstGeom>
          <a:solidFill>
            <a:srgbClr val="DEB887">
              <a:alpha val="30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" y="4762969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GW-04</a:t>
            </a:r>
            <a:endParaRPr lang="en-US" sz="600" dirty="0"/>
          </a:p>
        </p:txBody>
      </p:sp>
      <p:sp>
        <p:nvSpPr>
          <p:cNvPr id="11" name="Shape 9"/>
          <p:cNvSpPr/>
          <p:nvPr/>
        </p:nvSpPr>
        <p:spPr>
          <a:xfrm>
            <a:off x="4572" y="5424572"/>
            <a:ext cx="1316736" cy="1140327"/>
          </a:xfrm>
          <a:prstGeom prst="hexagon">
            <a:avLst/>
          </a:prstGeom>
          <a:solidFill>
            <a:srgbClr val="DEB887">
              <a:alpha val="30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" y="590329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GW-05</a:t>
            </a:r>
            <a:endParaRPr lang="en-US" sz="600" dirty="0"/>
          </a:p>
        </p:txBody>
      </p:sp>
      <p:sp>
        <p:nvSpPr>
          <p:cNvPr id="13" name="Shape 11"/>
          <p:cNvSpPr/>
          <p:nvPr/>
        </p:nvSpPr>
        <p:spPr>
          <a:xfrm>
            <a:off x="992124" y="293101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0452" y="77182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GW-06</a:t>
            </a:r>
            <a:endParaRPr lang="en-US" sz="600" dirty="0"/>
          </a:p>
        </p:txBody>
      </p:sp>
      <p:sp>
        <p:nvSpPr>
          <p:cNvPr id="15" name="Shape 13"/>
          <p:cNvSpPr/>
          <p:nvPr/>
        </p:nvSpPr>
        <p:spPr>
          <a:xfrm>
            <a:off x="992124" y="1433428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30452" y="1912151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GW-07</a:t>
            </a:r>
            <a:endParaRPr lang="en-US" sz="600" dirty="0"/>
          </a:p>
        </p:txBody>
      </p:sp>
      <p:sp>
        <p:nvSpPr>
          <p:cNvPr id="17" name="Shape 15"/>
          <p:cNvSpPr/>
          <p:nvPr/>
        </p:nvSpPr>
        <p:spPr>
          <a:xfrm>
            <a:off x="992124" y="2573755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30452" y="305247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GW-08</a:t>
            </a:r>
            <a:endParaRPr lang="en-US" sz="600" dirty="0"/>
          </a:p>
        </p:txBody>
      </p:sp>
      <p:sp>
        <p:nvSpPr>
          <p:cNvPr id="19" name="Shape 17"/>
          <p:cNvSpPr/>
          <p:nvPr/>
        </p:nvSpPr>
        <p:spPr>
          <a:xfrm>
            <a:off x="992124" y="3714082"/>
            <a:ext cx="1316736" cy="1140327"/>
          </a:xfrm>
          <a:prstGeom prst="hexagon">
            <a:avLst/>
          </a:prstGeom>
          <a:solidFill>
            <a:srgbClr val="8B7355">
              <a:alpha val="30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30452" y="419280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GW-09</a:t>
            </a:r>
            <a:endParaRPr lang="en-US" sz="600" dirty="0"/>
          </a:p>
        </p:txBody>
      </p:sp>
      <p:sp>
        <p:nvSpPr>
          <p:cNvPr id="21" name="Shape 19"/>
          <p:cNvSpPr/>
          <p:nvPr/>
        </p:nvSpPr>
        <p:spPr>
          <a:xfrm>
            <a:off x="992124" y="4854409"/>
            <a:ext cx="1316736" cy="1140327"/>
          </a:xfrm>
          <a:prstGeom prst="hexagon">
            <a:avLst/>
          </a:prstGeom>
          <a:solidFill>
            <a:srgbClr val="DEB887">
              <a:alpha val="30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30452" y="533313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GW-10</a:t>
            </a:r>
            <a:endParaRPr lang="en-US" sz="600" dirty="0"/>
          </a:p>
        </p:txBody>
      </p:sp>
      <p:sp>
        <p:nvSpPr>
          <p:cNvPr id="23" name="Shape 21"/>
          <p:cNvSpPr/>
          <p:nvPr/>
        </p:nvSpPr>
        <p:spPr>
          <a:xfrm>
            <a:off x="1979676" y="863265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18004" y="134198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GW-11</a:t>
            </a:r>
            <a:endParaRPr lang="en-US" sz="600" dirty="0"/>
          </a:p>
        </p:txBody>
      </p:sp>
      <p:sp>
        <p:nvSpPr>
          <p:cNvPr id="25" name="Shape 23"/>
          <p:cNvSpPr/>
          <p:nvPr/>
        </p:nvSpPr>
        <p:spPr>
          <a:xfrm>
            <a:off x="1979676" y="2003591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8004" y="248231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GW-12</a:t>
            </a:r>
            <a:endParaRPr lang="en-US" sz="600" dirty="0"/>
          </a:p>
        </p:txBody>
      </p:sp>
      <p:sp>
        <p:nvSpPr>
          <p:cNvPr id="27" name="Shape 25"/>
          <p:cNvSpPr/>
          <p:nvPr/>
        </p:nvSpPr>
        <p:spPr>
          <a:xfrm>
            <a:off x="1979676" y="3143918"/>
            <a:ext cx="1316736" cy="1140327"/>
          </a:xfrm>
          <a:prstGeom prst="hexagon">
            <a:avLst/>
          </a:prstGeom>
          <a:solidFill>
            <a:srgbClr val="8B7355">
              <a:alpha val="30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318004" y="362264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GW-13</a:t>
            </a:r>
            <a:endParaRPr lang="en-US" sz="600" dirty="0"/>
          </a:p>
        </p:txBody>
      </p:sp>
      <p:sp>
        <p:nvSpPr>
          <p:cNvPr id="29" name="Shape 27"/>
          <p:cNvSpPr/>
          <p:nvPr/>
        </p:nvSpPr>
        <p:spPr>
          <a:xfrm>
            <a:off x="1979676" y="4284245"/>
            <a:ext cx="1316736" cy="1140327"/>
          </a:xfrm>
          <a:prstGeom prst="hexagon">
            <a:avLst/>
          </a:prstGeom>
          <a:solidFill>
            <a:srgbClr val="DEB887">
              <a:alpha val="30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8004" y="4762969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GW-14</a:t>
            </a:r>
            <a:endParaRPr lang="en-US" sz="600" dirty="0"/>
          </a:p>
        </p:txBody>
      </p:sp>
      <p:sp>
        <p:nvSpPr>
          <p:cNvPr id="31" name="Shape 29"/>
          <p:cNvSpPr/>
          <p:nvPr/>
        </p:nvSpPr>
        <p:spPr>
          <a:xfrm>
            <a:off x="1979676" y="5424572"/>
            <a:ext cx="1316736" cy="1140327"/>
          </a:xfrm>
          <a:prstGeom prst="hexagon">
            <a:avLst/>
          </a:prstGeom>
          <a:solidFill>
            <a:srgbClr val="DEB887">
              <a:alpha val="30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8004" y="590329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GW-15</a:t>
            </a:r>
            <a:endParaRPr lang="en-US" sz="600" dirty="0"/>
          </a:p>
        </p:txBody>
      </p:sp>
      <p:sp>
        <p:nvSpPr>
          <p:cNvPr id="33" name="Shape 31"/>
          <p:cNvSpPr/>
          <p:nvPr/>
        </p:nvSpPr>
        <p:spPr>
          <a:xfrm>
            <a:off x="2967228" y="293101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05556" y="77182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GW-16</a:t>
            </a:r>
            <a:endParaRPr lang="en-US" sz="600" dirty="0"/>
          </a:p>
        </p:txBody>
      </p:sp>
      <p:sp>
        <p:nvSpPr>
          <p:cNvPr id="35" name="Shape 33"/>
          <p:cNvSpPr/>
          <p:nvPr/>
        </p:nvSpPr>
        <p:spPr>
          <a:xfrm>
            <a:off x="2967228" y="1433428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05556" y="1912151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GW-17</a:t>
            </a:r>
            <a:endParaRPr lang="en-US" sz="600" dirty="0"/>
          </a:p>
        </p:txBody>
      </p:sp>
      <p:sp>
        <p:nvSpPr>
          <p:cNvPr id="37" name="Shape 35"/>
          <p:cNvSpPr/>
          <p:nvPr/>
        </p:nvSpPr>
        <p:spPr>
          <a:xfrm>
            <a:off x="2967228" y="2573755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05556" y="305247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GW-18</a:t>
            </a:r>
            <a:endParaRPr lang="en-US" sz="600" dirty="0"/>
          </a:p>
        </p:txBody>
      </p:sp>
      <p:sp>
        <p:nvSpPr>
          <p:cNvPr id="39" name="Shape 37"/>
          <p:cNvSpPr/>
          <p:nvPr/>
        </p:nvSpPr>
        <p:spPr>
          <a:xfrm>
            <a:off x="2967228" y="3714082"/>
            <a:ext cx="1316736" cy="1140327"/>
          </a:xfrm>
          <a:prstGeom prst="hexagon">
            <a:avLst/>
          </a:prstGeom>
          <a:solidFill>
            <a:srgbClr val="8B7355">
              <a:alpha val="30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05556" y="419280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GW-19</a:t>
            </a:r>
            <a:endParaRPr lang="en-US" sz="600" dirty="0"/>
          </a:p>
        </p:txBody>
      </p:sp>
      <p:sp>
        <p:nvSpPr>
          <p:cNvPr id="41" name="Shape 39"/>
          <p:cNvSpPr/>
          <p:nvPr/>
        </p:nvSpPr>
        <p:spPr>
          <a:xfrm>
            <a:off x="2967228" y="4854409"/>
            <a:ext cx="1316736" cy="1140327"/>
          </a:xfrm>
          <a:prstGeom prst="hexagon">
            <a:avLst/>
          </a:prstGeom>
          <a:solidFill>
            <a:srgbClr val="DEB887">
              <a:alpha val="30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05556" y="533313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GW-20</a:t>
            </a:r>
            <a:endParaRPr lang="en-US" sz="600" dirty="0"/>
          </a:p>
        </p:txBody>
      </p:sp>
      <p:sp>
        <p:nvSpPr>
          <p:cNvPr id="43" name="Shape 41"/>
          <p:cNvSpPr/>
          <p:nvPr/>
        </p:nvSpPr>
        <p:spPr>
          <a:xfrm>
            <a:off x="3954780" y="863265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293108" y="134198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GW-21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3954780" y="2003591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93108" y="248231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GW-22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3954780" y="3143918"/>
            <a:ext cx="1316736" cy="1140327"/>
          </a:xfrm>
          <a:prstGeom prst="hexagon">
            <a:avLst/>
          </a:prstGeom>
          <a:solidFill>
            <a:srgbClr val="FFD700">
              <a:alpha val="60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293108" y="362264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GW-23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954780" y="4284245"/>
            <a:ext cx="1316736" cy="1140327"/>
          </a:xfrm>
          <a:prstGeom prst="hexagon">
            <a:avLst/>
          </a:prstGeom>
          <a:solidFill>
            <a:srgbClr val="DEB887">
              <a:alpha val="30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293108" y="4762969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GW-24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3954780" y="5424572"/>
            <a:ext cx="1316736" cy="1140327"/>
          </a:xfrm>
          <a:prstGeom prst="hexagon">
            <a:avLst/>
          </a:prstGeom>
          <a:solidFill>
            <a:srgbClr val="DEB887">
              <a:alpha val="30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293108" y="590329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GW-25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4942332" y="293101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80660" y="77182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GW-26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4942332" y="1433428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80660" y="1912151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GW-27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4942332" y="2573755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80660" y="305247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GW-28</a:t>
            </a:r>
            <a:endParaRPr lang="en-US" sz="600" dirty="0"/>
          </a:p>
        </p:txBody>
      </p:sp>
      <p:sp>
        <p:nvSpPr>
          <p:cNvPr id="59" name="Shape 57"/>
          <p:cNvSpPr/>
          <p:nvPr/>
        </p:nvSpPr>
        <p:spPr>
          <a:xfrm>
            <a:off x="4942332" y="3714082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80660" y="419280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GW-29</a:t>
            </a:r>
            <a:endParaRPr lang="en-US" sz="600" dirty="0"/>
          </a:p>
        </p:txBody>
      </p:sp>
      <p:sp>
        <p:nvSpPr>
          <p:cNvPr id="61" name="Shape 59"/>
          <p:cNvSpPr/>
          <p:nvPr/>
        </p:nvSpPr>
        <p:spPr>
          <a:xfrm>
            <a:off x="4942332" y="4854409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80660" y="533313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GW-30</a:t>
            </a:r>
            <a:endParaRPr lang="en-US" sz="600" dirty="0"/>
          </a:p>
        </p:txBody>
      </p:sp>
      <p:sp>
        <p:nvSpPr>
          <p:cNvPr id="63" name="Shape 61"/>
          <p:cNvSpPr/>
          <p:nvPr/>
        </p:nvSpPr>
        <p:spPr>
          <a:xfrm>
            <a:off x="5929884" y="863265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268212" y="134198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GW-31</a:t>
            </a:r>
            <a:endParaRPr lang="en-US" sz="600" dirty="0"/>
          </a:p>
        </p:txBody>
      </p:sp>
      <p:sp>
        <p:nvSpPr>
          <p:cNvPr id="65" name="Shape 63"/>
          <p:cNvSpPr/>
          <p:nvPr/>
        </p:nvSpPr>
        <p:spPr>
          <a:xfrm>
            <a:off x="5929884" y="2003591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268212" y="248231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GW-32</a:t>
            </a:r>
            <a:endParaRPr lang="en-US" sz="600" dirty="0"/>
          </a:p>
        </p:txBody>
      </p:sp>
      <p:sp>
        <p:nvSpPr>
          <p:cNvPr id="67" name="Shape 65"/>
          <p:cNvSpPr/>
          <p:nvPr/>
        </p:nvSpPr>
        <p:spPr>
          <a:xfrm>
            <a:off x="5929884" y="3143918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268212" y="362264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GW-33</a:t>
            </a:r>
            <a:endParaRPr lang="en-US" sz="600" dirty="0"/>
          </a:p>
        </p:txBody>
      </p:sp>
      <p:sp>
        <p:nvSpPr>
          <p:cNvPr id="69" name="Shape 67"/>
          <p:cNvSpPr/>
          <p:nvPr/>
        </p:nvSpPr>
        <p:spPr>
          <a:xfrm>
            <a:off x="5929884" y="4284245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268212" y="4762969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GW-34</a:t>
            </a:r>
            <a:endParaRPr lang="en-US" sz="600" dirty="0"/>
          </a:p>
        </p:txBody>
      </p:sp>
      <p:sp>
        <p:nvSpPr>
          <p:cNvPr id="71" name="Shape 69"/>
          <p:cNvSpPr/>
          <p:nvPr/>
        </p:nvSpPr>
        <p:spPr>
          <a:xfrm>
            <a:off x="5929884" y="5424572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268212" y="590329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GW-35</a:t>
            </a:r>
            <a:endParaRPr lang="en-US" sz="600" dirty="0"/>
          </a:p>
        </p:txBody>
      </p:sp>
      <p:sp>
        <p:nvSpPr>
          <p:cNvPr id="73" name="Shape 71"/>
          <p:cNvSpPr/>
          <p:nvPr/>
        </p:nvSpPr>
        <p:spPr>
          <a:xfrm>
            <a:off x="6917436" y="293101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255764" y="77182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GW-36</a:t>
            </a:r>
            <a:endParaRPr lang="en-US" sz="600" dirty="0"/>
          </a:p>
        </p:txBody>
      </p:sp>
      <p:sp>
        <p:nvSpPr>
          <p:cNvPr id="75" name="Shape 73"/>
          <p:cNvSpPr/>
          <p:nvPr/>
        </p:nvSpPr>
        <p:spPr>
          <a:xfrm>
            <a:off x="6917436" y="1433428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255764" y="1912151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GW-37</a:t>
            </a:r>
            <a:endParaRPr lang="en-US" sz="600" dirty="0"/>
          </a:p>
        </p:txBody>
      </p:sp>
      <p:sp>
        <p:nvSpPr>
          <p:cNvPr id="77" name="Shape 75"/>
          <p:cNvSpPr/>
          <p:nvPr/>
        </p:nvSpPr>
        <p:spPr>
          <a:xfrm>
            <a:off x="6917436" y="2573755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255764" y="305247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GW-38</a:t>
            </a:r>
            <a:endParaRPr lang="en-US" sz="600" dirty="0"/>
          </a:p>
        </p:txBody>
      </p:sp>
      <p:sp>
        <p:nvSpPr>
          <p:cNvPr id="79" name="Shape 77"/>
          <p:cNvSpPr/>
          <p:nvPr/>
        </p:nvSpPr>
        <p:spPr>
          <a:xfrm>
            <a:off x="6917436" y="3714082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255764" y="419280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GW-39</a:t>
            </a:r>
            <a:endParaRPr lang="en-US" sz="600" dirty="0"/>
          </a:p>
        </p:txBody>
      </p:sp>
      <p:sp>
        <p:nvSpPr>
          <p:cNvPr id="81" name="Shape 79"/>
          <p:cNvSpPr/>
          <p:nvPr/>
        </p:nvSpPr>
        <p:spPr>
          <a:xfrm>
            <a:off x="6917436" y="4854409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255764" y="533313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GW-40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7904988" y="863265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243316" y="134198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GW-41</a:t>
            </a:r>
            <a:endParaRPr lang="en-US" sz="600" dirty="0"/>
          </a:p>
        </p:txBody>
      </p:sp>
      <p:sp>
        <p:nvSpPr>
          <p:cNvPr id="85" name="Shape 83"/>
          <p:cNvSpPr/>
          <p:nvPr/>
        </p:nvSpPr>
        <p:spPr>
          <a:xfrm>
            <a:off x="7904988" y="2003591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243316" y="248231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GW-42</a:t>
            </a:r>
            <a:endParaRPr lang="en-US" sz="600" dirty="0"/>
          </a:p>
        </p:txBody>
      </p:sp>
      <p:sp>
        <p:nvSpPr>
          <p:cNvPr id="87" name="Shape 85"/>
          <p:cNvSpPr/>
          <p:nvPr/>
        </p:nvSpPr>
        <p:spPr>
          <a:xfrm>
            <a:off x="7904988" y="3143918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43316" y="362264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GW-43</a:t>
            </a:r>
            <a:endParaRPr lang="en-US" sz="600" dirty="0"/>
          </a:p>
        </p:txBody>
      </p:sp>
      <p:sp>
        <p:nvSpPr>
          <p:cNvPr id="89" name="Shape 87"/>
          <p:cNvSpPr/>
          <p:nvPr/>
        </p:nvSpPr>
        <p:spPr>
          <a:xfrm>
            <a:off x="7904988" y="4284245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43316" y="4762969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GW-44</a:t>
            </a:r>
            <a:endParaRPr lang="en-US" sz="600" dirty="0"/>
          </a:p>
        </p:txBody>
      </p:sp>
      <p:sp>
        <p:nvSpPr>
          <p:cNvPr id="91" name="Shape 89"/>
          <p:cNvSpPr/>
          <p:nvPr/>
        </p:nvSpPr>
        <p:spPr>
          <a:xfrm>
            <a:off x="7904988" y="5424572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43316" y="590329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GW-45</a:t>
            </a:r>
            <a:endParaRPr lang="en-US" sz="600" dirty="0"/>
          </a:p>
        </p:txBody>
      </p:sp>
      <p:sp>
        <p:nvSpPr>
          <p:cNvPr id="93" name="Shape 91"/>
          <p:cNvSpPr/>
          <p:nvPr/>
        </p:nvSpPr>
        <p:spPr>
          <a:xfrm>
            <a:off x="8892540" y="293101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230868" y="77182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GW-46</a:t>
            </a:r>
            <a:endParaRPr lang="en-US" sz="600" dirty="0"/>
          </a:p>
        </p:txBody>
      </p:sp>
      <p:sp>
        <p:nvSpPr>
          <p:cNvPr id="95" name="Shape 93"/>
          <p:cNvSpPr/>
          <p:nvPr/>
        </p:nvSpPr>
        <p:spPr>
          <a:xfrm>
            <a:off x="8892540" y="1433428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9230868" y="1912151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GW-47</a:t>
            </a:r>
            <a:endParaRPr lang="en-US" sz="600" dirty="0"/>
          </a:p>
        </p:txBody>
      </p:sp>
      <p:sp>
        <p:nvSpPr>
          <p:cNvPr id="97" name="Shape 95"/>
          <p:cNvSpPr/>
          <p:nvPr/>
        </p:nvSpPr>
        <p:spPr>
          <a:xfrm>
            <a:off x="8892540" y="2573755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230868" y="305247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GW-48</a:t>
            </a:r>
            <a:endParaRPr lang="en-US" sz="600" dirty="0"/>
          </a:p>
        </p:txBody>
      </p:sp>
      <p:sp>
        <p:nvSpPr>
          <p:cNvPr id="99" name="Shape 97"/>
          <p:cNvSpPr/>
          <p:nvPr/>
        </p:nvSpPr>
        <p:spPr>
          <a:xfrm>
            <a:off x="8892540" y="3714082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9230868" y="419280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GW-49</a:t>
            </a:r>
            <a:endParaRPr lang="en-US" sz="600" dirty="0"/>
          </a:p>
        </p:txBody>
      </p:sp>
      <p:sp>
        <p:nvSpPr>
          <p:cNvPr id="101" name="Shape 99"/>
          <p:cNvSpPr/>
          <p:nvPr/>
        </p:nvSpPr>
        <p:spPr>
          <a:xfrm>
            <a:off x="8892540" y="4854409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230868" y="533313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GW-50</a:t>
            </a:r>
            <a:endParaRPr lang="en-US" sz="600" dirty="0"/>
          </a:p>
        </p:txBody>
      </p:sp>
      <p:sp>
        <p:nvSpPr>
          <p:cNvPr id="103" name="Shape 101"/>
          <p:cNvSpPr/>
          <p:nvPr/>
        </p:nvSpPr>
        <p:spPr>
          <a:xfrm>
            <a:off x="9880092" y="863265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0218420" y="134198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GW-51</a:t>
            </a:r>
            <a:endParaRPr lang="en-US" sz="600" dirty="0"/>
          </a:p>
        </p:txBody>
      </p:sp>
      <p:sp>
        <p:nvSpPr>
          <p:cNvPr id="105" name="Shape 103"/>
          <p:cNvSpPr/>
          <p:nvPr/>
        </p:nvSpPr>
        <p:spPr>
          <a:xfrm>
            <a:off x="9880092" y="2003591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10218420" y="248231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GW-52</a:t>
            </a:r>
            <a:endParaRPr lang="en-US" sz="600" dirty="0"/>
          </a:p>
        </p:txBody>
      </p:sp>
      <p:sp>
        <p:nvSpPr>
          <p:cNvPr id="107" name="Shape 105"/>
          <p:cNvSpPr/>
          <p:nvPr/>
        </p:nvSpPr>
        <p:spPr>
          <a:xfrm>
            <a:off x="9880092" y="3143918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10218420" y="362264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GW-53</a:t>
            </a:r>
            <a:endParaRPr lang="en-US" sz="600" dirty="0"/>
          </a:p>
        </p:txBody>
      </p:sp>
      <p:sp>
        <p:nvSpPr>
          <p:cNvPr id="109" name="Shape 107"/>
          <p:cNvSpPr/>
          <p:nvPr/>
        </p:nvSpPr>
        <p:spPr>
          <a:xfrm>
            <a:off x="9880092" y="4284245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10218420" y="4762969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GW-54</a:t>
            </a:r>
            <a:endParaRPr lang="en-US" sz="600" dirty="0"/>
          </a:p>
        </p:txBody>
      </p:sp>
      <p:sp>
        <p:nvSpPr>
          <p:cNvPr id="111" name="Shape 109"/>
          <p:cNvSpPr/>
          <p:nvPr/>
        </p:nvSpPr>
        <p:spPr>
          <a:xfrm>
            <a:off x="9880092" y="5424572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0218420" y="590329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GW-55</a:t>
            </a:r>
            <a:endParaRPr lang="en-US" sz="600" dirty="0"/>
          </a:p>
        </p:txBody>
      </p:sp>
      <p:sp>
        <p:nvSpPr>
          <p:cNvPr id="113" name="Shape 111"/>
          <p:cNvSpPr/>
          <p:nvPr/>
        </p:nvSpPr>
        <p:spPr>
          <a:xfrm>
            <a:off x="10867644" y="293101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11205972" y="77182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GW-56</a:t>
            </a:r>
            <a:endParaRPr lang="en-US" sz="600" dirty="0"/>
          </a:p>
        </p:txBody>
      </p:sp>
      <p:sp>
        <p:nvSpPr>
          <p:cNvPr id="115" name="Shape 113"/>
          <p:cNvSpPr/>
          <p:nvPr/>
        </p:nvSpPr>
        <p:spPr>
          <a:xfrm>
            <a:off x="10867644" y="1433428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1205972" y="1912151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GW-57</a:t>
            </a:r>
            <a:endParaRPr lang="en-US" sz="600" dirty="0"/>
          </a:p>
        </p:txBody>
      </p:sp>
      <p:sp>
        <p:nvSpPr>
          <p:cNvPr id="117" name="Shape 115"/>
          <p:cNvSpPr/>
          <p:nvPr/>
        </p:nvSpPr>
        <p:spPr>
          <a:xfrm>
            <a:off x="10867644" y="2573755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1205972" y="305247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GW-58</a:t>
            </a:r>
            <a:endParaRPr lang="en-US" sz="600" dirty="0"/>
          </a:p>
        </p:txBody>
      </p:sp>
      <p:sp>
        <p:nvSpPr>
          <p:cNvPr id="119" name="Shape 117"/>
          <p:cNvSpPr/>
          <p:nvPr/>
        </p:nvSpPr>
        <p:spPr>
          <a:xfrm>
            <a:off x="10867644" y="3714082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1205972" y="4192805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GW-59</a:t>
            </a:r>
            <a:endParaRPr lang="en-US" sz="600" dirty="0"/>
          </a:p>
        </p:txBody>
      </p:sp>
      <p:sp>
        <p:nvSpPr>
          <p:cNvPr id="121" name="Shape 119"/>
          <p:cNvSpPr/>
          <p:nvPr/>
        </p:nvSpPr>
        <p:spPr>
          <a:xfrm>
            <a:off x="10867644" y="4854409"/>
            <a:ext cx="1316736" cy="1140327"/>
          </a:xfrm>
          <a:prstGeom prst="hexagon">
            <a:avLst/>
          </a:prstGeom>
          <a:solidFill>
            <a:srgbClr val="228B22">
              <a:alpha val="25000"/>
            </a:srgbClr>
          </a:solidFill>
          <a:ln w="12700">
            <a:solidFill>
              <a:srgbClr val="6B3A0A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1205972" y="533313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6B3A0A"/>
                </a:solidFill>
              </a:rPr>
              <a:t>GW-60</a:t>
            </a:r>
            <a:endParaRPr lang="en-US" sz="600" dirty="0"/>
          </a:p>
        </p:txBody>
      </p:sp>
      <p:sp>
        <p:nvSpPr>
          <p:cNvPr id="123" name="Text 121"/>
          <p:cNvSpPr/>
          <p:nvPr/>
        </p:nvSpPr>
        <p:spPr>
          <a:xfrm>
            <a:off x="274320" y="64922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■ Gold = Stonetop   ■ Green = Great Wood (POIs here)   ■ Brown = Bluff edge   ■ Tan = Plateau (no POIs)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2026-06-04T05:11:22Z</dcterms:created>
  <dcterms:modified xsi:type="dcterms:W3CDTF">2026-06-04T05:11:22Z</dcterms:modified>
</cp:coreProperties>
</file>