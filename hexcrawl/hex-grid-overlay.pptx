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HEX GRID OVERLAY - Copy these shapes to your map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Flat-top hexes, 6x5 grid, GW-01 through GW-30. Each = 2 hours travel.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697480" y="69849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261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697480" y="204471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260809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697480" y="3390929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395431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697480" y="4737148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53005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GW-04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863340" y="137160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4820" y="193498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863340" y="2717819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4820" y="328120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63340" y="4064038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4820" y="46274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GW-07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0" y="69849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261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GW-08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0" y="204471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60809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GW-09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29200" y="3390929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95431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0" y="4737148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53005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95060" y="137160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6540" y="193498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195060" y="2717819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6540" y="328120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195060" y="4064038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6540" y="46274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360920" y="69849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1261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GW-15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60920" y="204471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260809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360920" y="3390929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395431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GW-17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360920" y="4737148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53005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GW-18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526780" y="1371600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38260" y="193498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GW-19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526780" y="2717819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38260" y="328120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GW-20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526780" y="4064038"/>
            <a:ext cx="1554480" cy="1346219"/>
          </a:xfrm>
          <a:prstGeom prst="hexagon">
            <a:avLst/>
          </a:prstGeom>
          <a:ln w="19050">
            <a:solidFill>
              <a:srgbClr val="8B451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38260" y="46274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4513"/>
                </a:solidFill>
              </a:rPr>
              <a:t>GW-21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FOG OF WAR VERSION - Opaque hexes to delete as players explore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697480" y="69849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0" y="1261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697480" y="204471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260809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697480" y="3390929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395431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697480" y="4737148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53005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863340" y="137160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4820" y="193498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63340" y="2717819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4820" y="328120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63340" y="4064038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4820" y="46274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GW-07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0" y="69849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261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GW-08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0" y="204471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60809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GW-09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0" y="3390929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395431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029200" y="4737148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53005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195060" y="137160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6540" y="193498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GW-12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95060" y="2717819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6540" y="328120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95060" y="4064038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6540" y="46274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GW-14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360920" y="69849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261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60920" y="204471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260809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GW-16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360920" y="3390929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95431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GW-17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60920" y="4737148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530053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GW-18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526780" y="1371600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38260" y="193498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GW-19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526780" y="2717819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38260" y="3281201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GW-20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526780" y="4064038"/>
            <a:ext cx="1554480" cy="1346219"/>
          </a:xfrm>
          <a:prstGeom prst="hexagon">
            <a:avLst/>
          </a:prstGeom>
          <a:solidFill>
            <a:srgbClr val="2D2D2D">
              <a:alpha val="8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38260" y="46274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CCCC"/>
                </a:solidFill>
              </a:rPr>
              <a:t>GW-21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Hex Key — One-Line Descriptions (Draft)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11795760" cy="6126480"/>
        </p:xfrm>
        <a:graphic>
          <a:graphicData uri="http://schemas.openxmlformats.org/drawingml/2006/table">
            <a:tbl>
              <a:tblPr/>
              <a:tblGrid>
                <a:gridCol w="822960"/>
                <a:gridCol w="10972800"/>
              </a:tblGrid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Hex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One-Line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Description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(DRAFT)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edge.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Stream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crossing.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Fay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boundary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marker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(standing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stone).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Steep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descent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bluff.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Dense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brush.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Path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logging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site.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Maw.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Cave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entrance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bluff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face.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Bones.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Strange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noises.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GW-04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Mixed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old-growth.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Clearing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wildflowers.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Game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trail.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Dense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thicket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along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stream.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Muddy.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Boar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wallows.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Logging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site.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Felled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stumps.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River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access.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SPIRIT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ENCOUNTER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(Session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1).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Old-growth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canopy.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Quiet.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Faint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Folk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glyphs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rocks.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Rocky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outcropping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cave.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Wolf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potential.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GW-09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Creek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crossing.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Wetland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area.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Useful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flora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(medicinal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herbs).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Grove.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Blood-red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trees.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Folk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avoided.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Sacred/dangerous.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Slope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ravine.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Treacherous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footing.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Feathered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drake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territory.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Massive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single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tree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(notable).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Possible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bound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spirit.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Fay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marker.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Dense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evergreen.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Dark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canopy.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Nailadd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web-signs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branches.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GW-14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Clearing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pond.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Peaceful.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Spirit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wild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(curious).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Briars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thorns.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Difficult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passage.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Butcherbird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flock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roosts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here.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Hagr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domain.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Obsessively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stacked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logs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visible.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Dangerous.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Old-growth.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Gylglyd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vine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grove.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Beautiful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but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deadly.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Hill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view.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see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deeper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wood.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Crinwin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signs.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GW-19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Stream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ford.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Wisent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herd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grazing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area.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Game-rich.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Corrupted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hollow.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Dead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vegetation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ring.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Things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Below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taint.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Folk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ruins.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Overgrown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guard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post.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Glyphs.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Artifacts.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GW-22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Fae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waystone.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Standing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stone.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Portal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Fae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paths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(Golden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Oak?).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GW-23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Dool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tree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copse.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Sick-looking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trees.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Bound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spirits.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Pale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Hunter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avoids.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57200"/>
          <a:ext cx="11795760" cy="6126480"/>
        </p:xfrm>
        <a:graphic>
          <a:graphicData uri="http://schemas.openxmlformats.org/drawingml/2006/table">
            <a:tbl>
              <a:tblPr/>
              <a:tblGrid>
                <a:gridCol w="822960"/>
                <a:gridCol w="10972800"/>
              </a:tblGrid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Hex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One-Line Description (DRAFT)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GW-24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Deep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old-growth.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Cougar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territory.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Cave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bear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sign.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GW-25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Crinwin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nest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(active).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Giant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hive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canopy.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Stolen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goods.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GW-26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Green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Lord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barrow.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Burial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mound.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Sealed.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Glyphs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warn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away.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GW-27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Ridge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line.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View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deeper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Trail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toward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Vor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Svetelik.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GW-28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Pale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Hunter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crossing.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Silver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hoof-prints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certain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nights.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GW-29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Dense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ancient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Tal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gerdwyr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sighting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possible.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Very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deep.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GW-30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Edge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unknown.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Forest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Folk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trail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markers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point </a:t>
                      </a:r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deeper.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Hex Grid Layout Notes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0972800" cy="594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GRID: 6 columns x 5 rows = 30 hexes (flat-top orientation)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Hex size: ~1.7" wide x 1.47" tall on slide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Each hex = 2 hours travel edge-to-edge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COLUMN LAYOUT (west to east, forest edge to deep):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 1 (GW-01 to 05): Forest edge — Stream, bluff, Maw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 2 (GW-06 to 10): Near wood — logging site, Red Grove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 3 (GW-11 to 15): Mid wood — creatures, dangers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 4 (GW-16 to 20): Mid-deep — major POIs, threats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 5 (GW-21 to 25): Deep wood — ruins, Fae, crinwin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 6 (GW-26 to 30): Deep edge — trails to Vor Svetelik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POSITIONING ON MAP: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Column 1 starts at the forest edge (just past the Stream)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Columns progress eastward into the Great Wood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• Odd columns are offset down (standard hex grid)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TO USE: Select all shapes from Slide 1, copy, paste onto your map slide.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Resize/reposition the group to fit over the forested area.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The grid is designed to be scaled as a unit.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2026-06-04T04:45:52Z</dcterms:created>
  <dcterms:modified xsi:type="dcterms:W3CDTF">2026-06-04T04:45:52Z</dcterms:modified>
</cp:coreProperties>
</file>