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Great Wood Hexcrawl — Reference Deck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For PPT Copilot: maps, mechanics, POIs, creatures, encounter tables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Stonetop Campaign — GM Reference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Hex size: 2 hours edge-to-edge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Style inspiration: Hot Springs Island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Vicinity Map (Stonetop)</a:t>
            </a:r>
            <a:endParaRPr lang="en-US" sz="2200" dirty="0"/>
          </a:p>
        </p:txBody>
      </p:sp>
      <p:pic>
        <p:nvPicPr>
          <p:cNvPr id="3" name="Image 0" descr="assets/art/maps/map-vicinity-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Great Wood Area Map</a:t>
            </a:r>
            <a:endParaRPr lang="en-US" sz="2200" dirty="0"/>
          </a:p>
        </p:txBody>
      </p:sp>
      <p:pic>
        <p:nvPicPr>
          <p:cNvPr id="3" name="Image 0" descr="assets/art/maps/map-great-wo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Stonetop Village Map</a:t>
            </a:r>
            <a:endParaRPr lang="en-US" sz="2200" dirty="0"/>
          </a:p>
        </p:txBody>
      </p:sp>
      <p:pic>
        <p:nvPicPr>
          <p:cNvPr id="3" name="Image 0" descr="assets/art/maps/village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INSPIRATION: Hot Springs Island Map</a:t>
            </a:r>
            <a:endParaRPr lang="en-US" sz="2200" dirty="0"/>
          </a:p>
        </p:txBody>
      </p:sp>
      <p:pic>
        <p:nvPicPr>
          <p:cNvPr id="3" name="Image 0" descr="assets/noncannon/Cool M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Mechanic Reconciliation: HSI + Stonetop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795760" cy="56692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7223760"/>
              </a:tblGrid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HSI Mechanic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Stonetop Mechanic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Our Resolution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WATCH (4hr) = 1 action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Legs of travel (narrative)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 2-HOUR HEXES as time unit. Travel 1 hex = 1 watch (2hr). GM frames narratively per Stonetop.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Explore hex (1 watch)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Present a discovery (GM move)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Exploring = spending 2hr. Roll discovery table or reveal POI. Narrate as Stonetop exploration move.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Travel to adjacent (1 watch)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Leg of travel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Moving 1 hex = 2hr. Stonetop legs = hex-to-hex.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Investigate a POI (1 watch)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Seek Insight / Know Things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HSI investigate = Stonetop player moves. Keep dice.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Encounter tables (3d6)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Dangers/Discoveries (Die of Fate)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Create tables per terrain type with Stonetop creatures + perilous rules.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Poker chips (6/day)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Supplies (uses/day)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 chips to track watches. 12 chips = 24hr. ~5-6 for action before camp.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Chart a Course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KEEP. PCs Chart a Course before entering wood.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Forage (2d6+WIS)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KEEP. Foraging = 1 watch (2hr, half-speed).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Make Camp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KEEP. Costs 1 watch min. GM asks per rules.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Struggle as One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KEEP. Difficult terrain hexes or forced marches.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 Company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KEEP. Camp or uneventful watches.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THE DARK (hidden info)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GM notes/threats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Adopt THE DARK format per POI.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Travel Time Calibration (2-Hour Hexes)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From Stonetop Book I examples: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Stonetop to Stream: "a few minutes" = same hex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Stream to first notable Wood: ~1 hour = half a hex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Following a trail: 4-5 hours per leg = 2-3 hexes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Hunters venture "a day or two" max = 6-12 hexes deep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Swyn lair (example): ~1.5-2 days = 9-12 hexes from town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Vor Svetelik: deep in Wood = 10+ hexes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CONCLUSION: 2-hour hexes fit perfectly.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Near wood (logging site, Red Grove) = 2-4 hexes from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Mid-depth (threats) = 4-7 hexes from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Deep wood (Vor Svetelik) = 8+ hexes, multi-day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Daily budget: 5-6 hexes pure travel (10-12 hrs).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With exploration + Forage + Camp = ~3-4 hexes progress/day.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Known/Established Points of Interest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795760" cy="5486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  <a:gridCol w="1645920"/>
                <a:gridCol w="5303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POI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Hex Range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Map Visible?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The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II p.396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Edge (row 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Boundary. First landmark.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The Logging Site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Session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2-3 hexes 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(stumps)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Axel felled trees. Spirit site.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The Maw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II p.281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1-2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(cave)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Cave, bones, strange noises.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 Groves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II p.314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3-4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(red trees)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Blood-red trees. Sacred/dangerous.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Vor Svetelik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II p.468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10+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Green Lord ruins. Multi-session.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Golden Oak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II p.186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Fae paths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Only via waystone. Not on grid.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Fay Markers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Canon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1-2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 (stones)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Contract boundary stones.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Old Crinwin Nest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 ex.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5-7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Torn apart nest.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Makers Ruin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Book I ex.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7-9 hexes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Buried. Forest Folk glyphs.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POIs To Create (from Book II)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11795760" cy="5486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097280"/>
                <a:gridCol w="6766560"/>
              </a:tblGrid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POI Concept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Visible?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Crinwin Nest (active)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 dangers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Giant wasp-hive in canopy. Spiders nearby.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Fae Waystone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Fae/Waystones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Standing stone. Portal to Fae paths.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Forest Folk Ruins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Forest Folk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Overgrown dwelling. Glyphs. Artifacts.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Dool Tree Copse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 dangers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Bound spirits in sick trees. Pale Hunter avoids.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Hagr Domain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 p.208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Obsessively stacked logs. Evil eye creature.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Green Lord Barrow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GW/Vor Svet.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Burial mound. Swyn lair or sealed artifacts.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Gylglyd Vine Grove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 p.207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Beautiful clearing. Euphoric. Bones under.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Nailadd Web Canopy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GW p.208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Giant spider territory. Paralytic venom.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Sacred Spirit Clearing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Spirits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Spirit of the wild. Primal, territorial.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Corrupted Hollow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Things Below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Dead vegetation ring. Corruption seeps.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Freed Spirit Trees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Campaign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More felled trees. More spirits freed?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Pale Hunter Crossing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Pale Hunter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Trail on certain nights. Silver hoof-prints.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Terrain Table (Book II p.202)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Roll 1d12 for hex terrain type: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   — Pond, wetland, or 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2   — Creek, stream, or 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3   — Rocky outcropping, cave(s)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4-5 — Clearing, meadow, sparse trees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6-7 — Dense thicket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8-9 — Swath of one type of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10  — Briars, thorns, nettles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11  — Slope, hill, ridge, ravine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12  — Single, notable tree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Roll 1d6 for size/scope/intensity.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Each hex: PRIMARY terrain + 1-2 secondary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Discovery Table (Book II p.203)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DISCOVERIES (1d6):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 — Terrain change + roll again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2 — Insight into a threat (tracks, signs)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3 — Game (see below)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4 — Useful or valuable flora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5 — Crinwin, Fae, or spirit (curious/indifferent)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6 — Point of interest (see below)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GAME (1d6):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1-3 — Harmless: deer, fowl, rabbits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4-5 — Big, dangerous if provoked: boars, wisents, tal gerdwyr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6   — Deadly: cave bears, ceirwmawr, raselbaedd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POINTS OF INTEREST (1d6):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 — Corrupted by Things Below or Fomoraij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2 — Haunted by death and the undying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3 — Traces of Forest Folk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4 — Sacred to spirits of the wild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5 — Fae domain or waystone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6 — Ruin or artifact of the Green Lords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If 10+ years old, likely marked by Forest Folk glyphs.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Creatures — Part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BOAR — Group, gluttonous. HP 10, Armor 0. gore d8 (hand, messy, 1p). Protect territory.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Relentlessly charge • Eat anything • Ignore pain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BUTCHERBIRD — Horde, tiny, organized. HP 1, Armor 1. peck d6-2 (hand, messy, 2p). Feast on meat.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Grab+stab • Scent blood from miles • Own blood = repellent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CAVE BEAR — Solitary, large, cautious. HP 16, Armor 1. d10+4 (hand, close, forceful, messy, 1p). Fill belly.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Rend/maul/crush • Surprising speed • Sniff food/trouble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CEIRWMAWR — Solitary, large, terrifying, fearless. HP 16, Armor 0. hoof d10+1, antlers d10+3 (reach, forceful). No disrespect.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Toss aside • Ignore harm • Only Pale Hunter hunts them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COUGAR — Solitary, stealthy, cautious, athletic. HP 12, Armor 0. bite d10 (hand, grabby). Catch unawares.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Silent position • Pounce+drag • Waits for stragglers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Creatures — 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CWISARFF (tree adder) — Solitary, small, stealthy. HP 10, Armor 0. venom d10 (close). Defend spot.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Wait to spring • Quick bite • Debility + cant heal until treated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CYNDDARAIG (rage drake) — Solitary, large, terrifying, fearless. HP 20, Armor 2. teeth d10+3 (3p, advantage). Dominate.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Roar+quills • Bite limb off • Primal fury • ~6 in entire Wood. Offering may calm.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FEATHERED DRAKE — Group, stealthy, organized. HP 6, Armor 1. crest d8+2, talons d8+2 (1p). Spring on unwary.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Burst from brush • Bash to ground • Rend • Follow for days. Feathers Value 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GYLGLYD VINES — Damage d6 (hand, grabby). Lure prey.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Ensnare senses • Euphoric scents • Slowly entwine • Bones under. Musk counters.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NAILADD (spider) — Group, cunning, stealthy. HP 6, Armor 2. venom d8 (hand). Capture+consume.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Leap+prone • Paralytic venom • Drag to canopy • Hound-sized. Venom Value 1.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Creatures — Part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HAGR — Solitary, large, terrifying. HP 16, Armor 1. hands d10+3, trunk d10+5, thrown d10+3. Shape environment.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Evil eye (fear) • Pluck weightlessly • Stack obsessively • Tantrums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RASELBAEDD (iron boar) — Solitary, large. HP 20, Armor 4. gore d10+5 (3p). Hold a grudge.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Rip apart • Never backs off • Recovers mortal wounds • Weapons &lt;=2dmg shatter • Fears fire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TAL GERDWYR — Group, huge. HP 14, Armor 2. trample d8+5, tail d8+5 (area). Get annoyed.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Bellow • Smash barriers • Reach very high • Deep forest only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WISENT — Group, large, cautious. HP 10, Armor 0. d8+3 (forceful). Protect herd.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Shield young • Stampede • Leap surprising heights • Herds of 20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WOLF — Group, organized, cautious. HP 6, Armor 0. bite d8 (grabby). Weakest prey.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• Follow for miles • Surround/flank • Crush bone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The Pale Hunter (Book II)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Solitary, large, athletic, cunning, magical, terrifying, tireless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HP 26; Armor 4 (resilience)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Damage: silver spear d12+3 w/adv; antlers d12+5 w/adv; grapple d10+3 w/adv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Special: mist, grapple undead spirits, keen senses, uncanny reflexes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Instinct: hunt worthy prey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MOVES: Feat of prowess • Disperse into mist • Summon spear • Call hounds • Claim soul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GHOSTLY HOUNDS — Horde, spirit, terrifying. HP 10, Armor 1. bite d6 w/adv.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Only harmed by salt or while biting. Manifest from mist. Call pack + Hunter.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BEHAVIOR: Hunts certain nights. Values worthy prey. Especially hunts UNDEAD.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Won't follow into: dool trees, glyph sites, red groves, waystones, caves, corrupted sites.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CAMPAIGN HOOK: The freed tree-spirits are undead — he may come hunting them!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Great Wood — Seasonal Impressions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ALWAYS: Massive trunks bigger than houses. Pale sky through canopy. Bending/creaking/rustling.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Skittering in distance. Sense of smallness, swallowed by something ancient and vast.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SPRING: Mud, rotting leaves. Drip of snowmelt/rain/mist. Pale buds (blue, yellow, violet). Birdsong.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SUMMER: Brilliant green. Insects buzzing, birds chirping. Oppressive heat and humidity.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AUTUMN: Aflame with reds and golds. Crunch of needles. Long shadows. Sharp cold damp air.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WINTER: Frosty stillness. Shocking white snow. Trees like boney fingers. Chirp of finches.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TERRAIN: Hilly, rugged, small streams, ponds. Mixed deciduous/evergreen.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Varies: tight trees + thick brush (barely walk) OR massive old-growth with sparse open space.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Campaign Threats in the Great Wood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THE BROKEN CONTRACT (Active 🔴 — Stage 2/5)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━━━━━━━━━━━━━━━━━━━━━━━━━━━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Trees BIND undead spirits. Fay contract protects trees from disturbance.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Axel felled trees → spirits freed → one attacked Cefin's party.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Party defeated one spirit at logging site (Session 1).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GRIM PORTENTS: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1. ☑ Axel fells sacred trees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2. ☑ Freed spirit possesses Cefin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3. ☐ More spirits freed from additional felled trees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4. ☐ Fay retribution — forest turns hostile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5. ☐ Impending doom (TBD)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MISSING: Dilwen + 3 hunters, Axel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OPEN: How many trees felled? How many spirits free? Fay retribution? Rebind possible?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Hex Grid Design Notes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TARGET: ~25-30 hexes (like HSI’s 25)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LAYOUT (working estimate):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Row 1 (forest edge): 5-6 hexes — Stream, bluff, Maw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Row 2-3 (near wood): 6-7 each — logging site, markers, Red Grove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Row 4-5 (mid wood): 5-6 each — deeper threats, crinwin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Row 6+ (deep wood): 3-4 — trails toward Vor Svetelik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NUMBERING: GW-01, GW-02, etc.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POI DENSITY: 2-3 per hex (one on entry, others need Explore)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VISIBILITY FLAGS: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VISIBLE = on player-facing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HIDDEN = discoverable through exploration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SECRET = in THE DARK, needs specific action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NEXT: Mockup with cropped vicinity map + hex overlay to test fit.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Vor Svetelik — Deep Wood Goal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Green Lords’ "Great White City." Learning center turned war-ground turned blight.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Deep in Great Wood. Multi-session expedition.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FEATURES: Surface ruins, undercity, battlefields, sealed wards, corrupted growths, undead, relics.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CREATURES: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Nemurvojak — Horde, construct, undead. HP 11, Armor 4 (0 vs bronze). Spears d6 w/adv. Shuns light.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Plasmic Horror — Solitary, large, amorphous. HP 19, Armor 2. Pseudopod d10+3, engulf d10+5. Child-like mind.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SITES: Conservatory, Menagerie, Great Library, Necropolis, Hallow Tree.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Beyond immediate hexcrawl scope but serves as long-term goal.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Place hints and glyph-trails in mid-wood hexes pointing toward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2026-06-04T04:33:32Z</dcterms:created>
  <dcterms:modified xsi:type="dcterms:W3CDTF">2026-06-04T04:33:32Z</dcterms:modified>
</cp:coreProperties>
</file>